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95" d="100"/>
          <a:sy n="95" d="100"/>
        </p:scale>
        <p:origin x="16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D47A1"/>
                </a:solidFill>
                <a:latin typeface="Calibri"/>
              </a:rPr>
              <a:t>Transcript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666666"/>
                </a:solidFill>
                <a:latin typeface="Calibri"/>
              </a:rPr>
              <a:t>Insights from 100 </a:t>
            </a:r>
            <a:r>
              <a:rPr dirty="0" err="1">
                <a:solidFill>
                  <a:srgbClr val="666666"/>
                </a:solidFill>
                <a:latin typeface="Calibri"/>
              </a:rPr>
              <a:t>AegisCloud</a:t>
            </a:r>
            <a:r>
              <a:rPr dirty="0">
                <a:solidFill>
                  <a:srgbClr val="666666"/>
                </a:solidFill>
                <a:latin typeface="Calibri"/>
              </a:rPr>
              <a:t> Meeting Transcripts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24F87-0551-1DA5-367D-FD109CF9108A}"/>
              </a:ext>
            </a:extLst>
          </p:cNvPr>
          <p:cNvSpPr txBox="1"/>
          <p:nvPr/>
        </p:nvSpPr>
        <p:spPr>
          <a:xfrm>
            <a:off x="5930153" y="5638800"/>
            <a:ext cx="2528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Niket Sahai</a:t>
            </a:r>
          </a:p>
          <a:p>
            <a:r>
              <a:rPr lang="en-US" dirty="0"/>
              <a:t>niketsahai14@gmail.com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Analysis of 100 meeting transcripts reveals key patterns in customer sentiment, feature requests, incident response, and churn risk.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Meetings span 3 call types: internal, support, external.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32 accounts assessed for churn risk.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51 unique feature gaps identified.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 systemic issues flagged from internal discussions.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Product &amp; Engineering Leadership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Pipeline uses VADER sentiment analysis (no API keys required).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Topic categorization via rule-based heuristics validated by TF-IDF clustering.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Churn risk scored on 0-10 scale using signal frequency, sentiment, and competitive mentions.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Feature gaps consolidated via fuzzy string matching and ranked by meeting frequency.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All processing runs locally with reproducible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100 meeting transcripts analyzed.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Call types: {'external': 43, 'internal': 30, 'support': 27}.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Total transcript sentences: 4,313.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Total key moments extracted: 402.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Topic Categorization: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9 distinct topics identified.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Top topic: Comply (78 meetings).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Categorization methods: {'rule_based': 100}.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Product Managers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Calibri"/>
              </a:defRPr>
            </a:pPr>
            <a:r>
              <a:rPr dirty="0"/>
              <a:t>Topic Distribution</a:t>
            </a:r>
          </a:p>
        </p:txBody>
      </p:sp>
      <p:pic>
        <p:nvPicPr>
          <p:cNvPr id="4" name="Picture 3" descr="topi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Product Managers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Sentiment Analysis: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Sentiment Trend Summary: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External calls: Sentiment remained stable over the period. Average sentiment is generally positive (3.95/5.0).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Internal calls: Sentiment remained stable over the period. Average sentiment is generally positive (3.75/5.0).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Support calls: Sentiment improved (+0.14) over the period. Average sentiment is generally positive (3.74/5.0).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Support Leaders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Calibri"/>
              </a:defRPr>
            </a:pPr>
            <a:r>
              <a:rPr dirty="0"/>
              <a:t>Sentiment Over Time by Call Type</a:t>
            </a:r>
          </a:p>
        </p:txBody>
      </p:sp>
      <p:pic>
        <p:nvPicPr>
          <p:cNvPr id="4" name="Picture 3" descr="sentiment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Support Leaders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Churn Risk &amp; Renewal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29 accounts with non-zero churn risk.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Highest risk score: 10.0/10.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Risk factors: churn signals, negative sentiment, competitive mentions.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Sales Managers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Calibri"/>
              </a:defRPr>
            </a:pPr>
            <a:r>
              <a:rPr dirty="0"/>
              <a:t>Churn Risk Ranking: Top At-Risk Accounts</a:t>
            </a:r>
          </a:p>
        </p:txBody>
      </p:sp>
      <p:pic>
        <p:nvPicPr>
          <p:cNvPr id="4" name="Picture 3" descr="churn_risk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Sales Managers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Feature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51 unique feature gaps consolidated from 51 total mentions.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Product areas covered: ['Detect', 'Comply', 'Platform', 'Identity'].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Product Managers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Calibri"/>
              </a:defRPr>
            </a:pPr>
            <a:r>
              <a:rPr dirty="0"/>
              <a:t>Feature Gap Frequency by Product Area</a:t>
            </a:r>
          </a:p>
        </p:txBody>
      </p:sp>
      <p:pic>
        <p:nvPicPr>
          <p:cNvPr id="4" name="Picture 3" descr="feature_gap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Product Managers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Incident Patterns &amp; Team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 systemic issues (3+ meeting mentions).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32 team health signals detected.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Components affected: ['event_processing', 'detect', 'other', 'comply', 'ui', 'infrastructure'].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Engineering Leads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Calibri"/>
              </a:defRPr>
            </a:pPr>
            <a:r>
              <a:rPr dirty="0"/>
              <a:t>Incident Timeline</a:t>
            </a:r>
          </a:p>
        </p:txBody>
      </p:sp>
      <p:pic>
        <p:nvPicPr>
          <p:cNvPr id="4" name="Picture 3" descr="incid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Engineering Leads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Support Issue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16 high-frustration support cases.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15 positive resolution patterns.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Top issue category: technical.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Support Leaders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366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Calibri"/>
              </a:defRPr>
            </a:pPr>
            <a:r>
              <a:rPr dirty="0"/>
              <a:t>Support Issue Categories</a:t>
            </a:r>
          </a:p>
        </p:txBody>
      </p:sp>
      <p:pic>
        <p:nvPicPr>
          <p:cNvPr id="4" name="Picture 3" descr="support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t>For: Support Leaders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Prioritize retention outreach for high-risk accounts (see churn ranking).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Address top feature gaps in product roadmap planning.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Investigate systemic incidents for root cause resolution.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Optimize support workflows for high-frustration categories.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Continue monitoring sentiment trends across all call 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F7F0E"/>
                </a:solidFill>
                <a:latin typeface="Calibri"/>
              </a:defRPr>
            </a:pPr>
            <a:r>
              <a:rPr dirty="0"/>
              <a:t>For: Product &amp; Engineering Leadership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D47A1"/>
                </a:solidFill>
                <a:latin typeface="Calibri"/>
              </a:rPr>
              <a:t>Appendix: Methodology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Sentiment: VADER compound scores normalized to 1-5 scale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Topics: Rule-based heuristics validated by TF-IDF clustering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Churn Risk: Composite score from signals, sentiment, competitive mentions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Feature Gaps: Keyword-based product area assignment (Detect, Comply, Identity, Platform)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Incidents: Systemic threshold at 3+ meeting mentions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Support: Category assignment via title and summary keyword matching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All processing local — no external API dependencies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584</Words>
  <Application>Microsoft Macintosh PowerPoint</Application>
  <PresentationFormat>On-screen Show (4:3)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Transcript Intelligence</vt:lpstr>
      <vt:lpstr>Executive Summary</vt:lpstr>
      <vt:lpstr>Methodology Overview</vt:lpstr>
      <vt:lpstr>Dataset Overview</vt:lpstr>
      <vt:lpstr>Topic Categorization: Key Findings</vt:lpstr>
      <vt:lpstr>PowerPoint Presentation</vt:lpstr>
      <vt:lpstr>Sentiment Analysis: Key Findings</vt:lpstr>
      <vt:lpstr>PowerPoint Presentation</vt:lpstr>
      <vt:lpstr>Churn Risk &amp; Renewal Intelligence</vt:lpstr>
      <vt:lpstr>PowerPoint Presentation</vt:lpstr>
      <vt:lpstr>Feature Gap Analysis</vt:lpstr>
      <vt:lpstr>PowerPoint Presentation</vt:lpstr>
      <vt:lpstr>Incident Patterns &amp; Team Health</vt:lpstr>
      <vt:lpstr>PowerPoint Presentation</vt:lpstr>
      <vt:lpstr>Support Issue Analysis</vt:lpstr>
      <vt:lpstr>PowerPoint Presentation</vt:lpstr>
      <vt:lpstr>Recommendations</vt:lpstr>
      <vt:lpstr>Appendix: Methodology Details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Sahai, Niket</cp:lastModifiedBy>
  <cp:revision>2</cp:revision>
  <dcterms:created xsi:type="dcterms:W3CDTF">2013-01-27T09:14:16Z</dcterms:created>
  <dcterms:modified xsi:type="dcterms:W3CDTF">2026-05-10T10:19:01Z</dcterms:modified>
  <cp:category/>
</cp:coreProperties>
</file>